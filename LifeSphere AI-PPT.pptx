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24"/>
  </p:notesMasterIdLst>
  <p:sldIdLst>
    <p:sldId id="262" r:id="rId6"/>
    <p:sldId id="707" r:id="rId7"/>
    <p:sldId id="257" r:id="rId8"/>
    <p:sldId id="903" r:id="rId9"/>
    <p:sldId id="902" r:id="rId10"/>
    <p:sldId id="258" r:id="rId11"/>
    <p:sldId id="259" r:id="rId12"/>
    <p:sldId id="904" r:id="rId13"/>
    <p:sldId id="260" r:id="rId14"/>
    <p:sldId id="905" r:id="rId15"/>
    <p:sldId id="913" r:id="rId16"/>
    <p:sldId id="908" r:id="rId17"/>
    <p:sldId id="909" r:id="rId18"/>
    <p:sldId id="910" r:id="rId19"/>
    <p:sldId id="911" r:id="rId20"/>
    <p:sldId id="912" r:id="rId21"/>
    <p:sldId id="907" r:id="rId22"/>
    <p:sldId id="91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8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FFCE02A-7EA3-4EDA-A99C-919127A782E7}" type="doc">
      <dgm:prSet loTypeId="urn:microsoft.com/office/officeart/2016/7/layout/RepeatingBendingProcessNew" loCatId="process" qsTypeId="urn:microsoft.com/office/officeart/2005/8/quickstyle/simple1#8" qsCatId="simple" csTypeId="urn:microsoft.com/office/officeart/2005/8/colors/accent1_2#8" csCatId="accent1"/>
      <dgm:spPr/>
      <dgm:t>
        <a:bodyPr/>
        <a:lstStyle/>
        <a:p>
          <a:endParaRPr lang="en-US"/>
        </a:p>
      </dgm:t>
    </dgm:pt>
    <dgm:pt modelId="{70608ED9-9F5D-4C37-AFD5-A16730BB7E57}">
      <dgm:prSet/>
      <dgm:spPr/>
      <dgm:t>
        <a:bodyPr/>
        <a:lstStyle/>
        <a:p>
          <a:r>
            <a:rPr lang="en-IN" b="1"/>
            <a:t>Existing System</a:t>
          </a:r>
          <a:endParaRPr lang="en-US"/>
        </a:p>
      </dgm:t>
    </dgm:pt>
    <dgm:pt modelId="{6FF39CA4-370D-4424-8048-6FED6198F8A6}" type="parTrans" cxnId="{1BF53C2D-6233-4AA8-A2E6-470166F6D476}">
      <dgm:prSet/>
      <dgm:spPr/>
      <dgm:t>
        <a:bodyPr/>
        <a:lstStyle/>
        <a:p>
          <a:endParaRPr lang="en-US"/>
        </a:p>
      </dgm:t>
    </dgm:pt>
    <dgm:pt modelId="{F694C4AC-A7FE-4F36-B5EE-961B3E4143A9}" type="sibTrans" cxnId="{1BF53C2D-6233-4AA8-A2E6-470166F6D476}">
      <dgm:prSet/>
      <dgm:spPr/>
      <dgm:t>
        <a:bodyPr/>
        <a:lstStyle/>
        <a:p>
          <a:endParaRPr lang="en-US"/>
        </a:p>
      </dgm:t>
    </dgm:pt>
    <dgm:pt modelId="{25034F78-91BF-4B9A-9F2B-E8E20A201CAA}">
      <dgm:prSet/>
      <dgm:spPr/>
      <dgm:t>
        <a:bodyPr/>
        <a:lstStyle/>
        <a:p>
          <a:r>
            <a:rPr lang="en-IN"/>
            <a:t>Currently, users commonly depend on multiple applications:</a:t>
          </a:r>
          <a:br>
            <a:rPr lang="en-IN"/>
          </a:br>
          <a:endParaRPr lang="en-US"/>
        </a:p>
      </dgm:t>
    </dgm:pt>
    <dgm:pt modelId="{6E4C981F-4399-460C-9EB3-F78D88010F38}" type="parTrans" cxnId="{55EA797C-48AE-4B74-B52B-73E803F8C003}">
      <dgm:prSet/>
      <dgm:spPr/>
      <dgm:t>
        <a:bodyPr/>
        <a:lstStyle/>
        <a:p>
          <a:endParaRPr lang="en-US"/>
        </a:p>
      </dgm:t>
    </dgm:pt>
    <dgm:pt modelId="{C8FFC811-1BB5-4F0F-9E3A-A0ACC1B10364}" type="sibTrans" cxnId="{55EA797C-48AE-4B74-B52B-73E803F8C003}">
      <dgm:prSet/>
      <dgm:spPr/>
      <dgm:t>
        <a:bodyPr/>
        <a:lstStyle/>
        <a:p>
          <a:endParaRPr lang="en-US"/>
        </a:p>
      </dgm:t>
    </dgm:pt>
    <dgm:pt modelId="{2538C42B-85BC-4D72-9CAA-AC2B0E2A8D5A}">
      <dgm:prSet/>
      <dgm:spPr/>
      <dgm:t>
        <a:bodyPr/>
        <a:lstStyle/>
        <a:p>
          <a:r>
            <a:rPr lang="en-IN"/>
            <a:t>Cloud Storage</a:t>
          </a:r>
          <a:endParaRPr lang="en-US"/>
        </a:p>
      </dgm:t>
    </dgm:pt>
    <dgm:pt modelId="{F430D422-A394-4272-84E3-8E926DA249CC}" type="parTrans" cxnId="{E7DEA70A-8A1B-40C9-9A32-F16C4B684CDF}">
      <dgm:prSet/>
      <dgm:spPr/>
      <dgm:t>
        <a:bodyPr/>
        <a:lstStyle/>
        <a:p>
          <a:endParaRPr lang="en-US"/>
        </a:p>
      </dgm:t>
    </dgm:pt>
    <dgm:pt modelId="{CB2B3CF3-547E-49B8-B2D3-C0A3B1E8490C}" type="sibTrans" cxnId="{E7DEA70A-8A1B-40C9-9A32-F16C4B684CDF}">
      <dgm:prSet/>
      <dgm:spPr/>
      <dgm:t>
        <a:bodyPr/>
        <a:lstStyle/>
        <a:p>
          <a:endParaRPr lang="en-US"/>
        </a:p>
      </dgm:t>
    </dgm:pt>
    <dgm:pt modelId="{56006384-4B4E-4FE2-AA6A-C40B276162C8}">
      <dgm:prSet/>
      <dgm:spPr/>
      <dgm:t>
        <a:bodyPr/>
        <a:lstStyle/>
        <a:p>
          <a:r>
            <a:rPr lang="en-IN" dirty="0"/>
            <a:t>Notes Apps</a:t>
          </a:r>
          <a:endParaRPr lang="en-US" dirty="0"/>
        </a:p>
      </dgm:t>
    </dgm:pt>
    <dgm:pt modelId="{DE6DF17F-86BA-4010-BA28-16A72C2C90BD}" type="parTrans" cxnId="{95F1D9B8-443F-439E-9F59-839BF05ABADC}">
      <dgm:prSet/>
      <dgm:spPr/>
      <dgm:t>
        <a:bodyPr/>
        <a:lstStyle/>
        <a:p>
          <a:endParaRPr lang="en-US"/>
        </a:p>
      </dgm:t>
    </dgm:pt>
    <dgm:pt modelId="{C000AFD4-428F-4FBD-8264-9711999FEFAC}" type="sibTrans" cxnId="{95F1D9B8-443F-439E-9F59-839BF05ABADC}">
      <dgm:prSet/>
      <dgm:spPr/>
      <dgm:t>
        <a:bodyPr/>
        <a:lstStyle/>
        <a:p>
          <a:endParaRPr lang="en-US"/>
        </a:p>
      </dgm:t>
    </dgm:pt>
    <dgm:pt modelId="{874CCF1E-A394-4E2B-A241-18D1EF347E4D}">
      <dgm:prSet/>
      <dgm:spPr/>
      <dgm:t>
        <a:bodyPr/>
        <a:lstStyle/>
        <a:p>
          <a:r>
            <a:rPr lang="en-IN"/>
            <a:t>Calendar / Reminder Apps</a:t>
          </a:r>
          <a:endParaRPr lang="en-US"/>
        </a:p>
      </dgm:t>
    </dgm:pt>
    <dgm:pt modelId="{D4E714CC-A94D-4215-9B6B-0A53E32EB6F8}" type="parTrans" cxnId="{8587A72B-FA52-4CEC-8BE4-F19A8B0C3ED5}">
      <dgm:prSet/>
      <dgm:spPr/>
      <dgm:t>
        <a:bodyPr/>
        <a:lstStyle/>
        <a:p>
          <a:endParaRPr lang="en-US"/>
        </a:p>
      </dgm:t>
    </dgm:pt>
    <dgm:pt modelId="{F9468F86-C796-42C4-B0D0-82435F48A704}" type="sibTrans" cxnId="{8587A72B-FA52-4CEC-8BE4-F19A8B0C3ED5}">
      <dgm:prSet/>
      <dgm:spPr/>
      <dgm:t>
        <a:bodyPr/>
        <a:lstStyle/>
        <a:p>
          <a:endParaRPr lang="en-US"/>
        </a:p>
      </dgm:t>
    </dgm:pt>
    <dgm:pt modelId="{40ECCBC6-3392-4FCF-A63E-77BE5FEF3AE1}">
      <dgm:prSet/>
      <dgm:spPr/>
      <dgm:t>
        <a:bodyPr/>
        <a:lstStyle/>
        <a:p>
          <a:r>
            <a:rPr lang="en-IN"/>
            <a:t>Messaging Apps</a:t>
          </a:r>
          <a:endParaRPr lang="en-US"/>
        </a:p>
      </dgm:t>
    </dgm:pt>
    <dgm:pt modelId="{0809BE79-D958-420C-B059-5963D878631B}" type="parTrans" cxnId="{CAD129C7-4046-4171-ACF6-E66B7857AFED}">
      <dgm:prSet/>
      <dgm:spPr/>
      <dgm:t>
        <a:bodyPr/>
        <a:lstStyle/>
        <a:p>
          <a:endParaRPr lang="en-US"/>
        </a:p>
      </dgm:t>
    </dgm:pt>
    <dgm:pt modelId="{EB72C0DB-05E4-4696-963A-51AB33047C00}" type="sibTrans" cxnId="{CAD129C7-4046-4171-ACF6-E66B7857AFED}">
      <dgm:prSet/>
      <dgm:spPr/>
      <dgm:t>
        <a:bodyPr/>
        <a:lstStyle/>
        <a:p>
          <a:endParaRPr lang="en-US"/>
        </a:p>
      </dgm:t>
    </dgm:pt>
    <dgm:pt modelId="{96362CF6-1745-416A-AEE0-E96F873716C9}">
      <dgm:prSet/>
      <dgm:spPr/>
      <dgm:t>
        <a:bodyPr/>
        <a:lstStyle/>
        <a:p>
          <a:r>
            <a:rPr lang="en-IN"/>
            <a:t>Personal Files</a:t>
          </a:r>
          <a:endParaRPr lang="en-US"/>
        </a:p>
      </dgm:t>
    </dgm:pt>
    <dgm:pt modelId="{BDA89400-87B2-4060-B954-57247105A795}" type="parTrans" cxnId="{EA5C70B2-F65E-42C0-977F-72F46ADA9ACE}">
      <dgm:prSet/>
      <dgm:spPr/>
      <dgm:t>
        <a:bodyPr/>
        <a:lstStyle/>
        <a:p>
          <a:endParaRPr lang="en-US"/>
        </a:p>
      </dgm:t>
    </dgm:pt>
    <dgm:pt modelId="{CA22560F-2C1C-4F9F-B6C3-BC9BCC2B5201}" type="sibTrans" cxnId="{EA5C70B2-F65E-42C0-977F-72F46ADA9ACE}">
      <dgm:prSet/>
      <dgm:spPr/>
      <dgm:t>
        <a:bodyPr/>
        <a:lstStyle/>
        <a:p>
          <a:endParaRPr lang="en-US"/>
        </a:p>
      </dgm:t>
    </dgm:pt>
    <dgm:pt modelId="{7DF84F9F-9E2A-4BA6-BD24-19C23989F316}" type="pres">
      <dgm:prSet presAssocID="{7FFCE02A-7EA3-4EDA-A99C-919127A782E7}" presName="Name0" presStyleCnt="0">
        <dgm:presLayoutVars>
          <dgm:dir/>
          <dgm:resizeHandles val="exact"/>
        </dgm:presLayoutVars>
      </dgm:prSet>
      <dgm:spPr/>
    </dgm:pt>
    <dgm:pt modelId="{FB2748FE-186B-4803-BF15-6E2FF639577F}" type="pres">
      <dgm:prSet presAssocID="{70608ED9-9F5D-4C37-AFD5-A16730BB7E57}" presName="node" presStyleLbl="node1" presStyleIdx="0" presStyleCnt="7">
        <dgm:presLayoutVars>
          <dgm:bulletEnabled val="1"/>
        </dgm:presLayoutVars>
      </dgm:prSet>
      <dgm:spPr/>
    </dgm:pt>
    <dgm:pt modelId="{E292374D-B387-4322-9B48-2CDA09D411F2}" type="pres">
      <dgm:prSet presAssocID="{F694C4AC-A7FE-4F36-B5EE-961B3E4143A9}" presName="sibTrans" presStyleLbl="sibTrans1D1" presStyleIdx="0" presStyleCnt="6"/>
      <dgm:spPr/>
    </dgm:pt>
    <dgm:pt modelId="{3444413A-EDCD-44C5-9A5C-57AC22F55403}" type="pres">
      <dgm:prSet presAssocID="{F694C4AC-A7FE-4F36-B5EE-961B3E4143A9}" presName="connectorText" presStyleLbl="sibTrans1D1" presStyleIdx="0" presStyleCnt="6"/>
      <dgm:spPr/>
    </dgm:pt>
    <dgm:pt modelId="{CBDF18BC-1B95-466F-9218-4F620EF4C5F6}" type="pres">
      <dgm:prSet presAssocID="{25034F78-91BF-4B9A-9F2B-E8E20A201CAA}" presName="node" presStyleLbl="node1" presStyleIdx="1" presStyleCnt="7">
        <dgm:presLayoutVars>
          <dgm:bulletEnabled val="1"/>
        </dgm:presLayoutVars>
      </dgm:prSet>
      <dgm:spPr/>
    </dgm:pt>
    <dgm:pt modelId="{D56EF544-74D8-470B-BA52-978802A57913}" type="pres">
      <dgm:prSet presAssocID="{C8FFC811-1BB5-4F0F-9E3A-A0ACC1B10364}" presName="sibTrans" presStyleLbl="sibTrans1D1" presStyleIdx="1" presStyleCnt="6"/>
      <dgm:spPr/>
    </dgm:pt>
    <dgm:pt modelId="{DD70CE50-75ED-467D-8658-3445B606C1C3}" type="pres">
      <dgm:prSet presAssocID="{C8FFC811-1BB5-4F0F-9E3A-A0ACC1B10364}" presName="connectorText" presStyleLbl="sibTrans1D1" presStyleIdx="1" presStyleCnt="6"/>
      <dgm:spPr/>
    </dgm:pt>
    <dgm:pt modelId="{A9465919-45B6-40DD-8267-D3DB70FDE146}" type="pres">
      <dgm:prSet presAssocID="{2538C42B-85BC-4D72-9CAA-AC2B0E2A8D5A}" presName="node" presStyleLbl="node1" presStyleIdx="2" presStyleCnt="7">
        <dgm:presLayoutVars>
          <dgm:bulletEnabled val="1"/>
        </dgm:presLayoutVars>
      </dgm:prSet>
      <dgm:spPr/>
    </dgm:pt>
    <dgm:pt modelId="{2173B466-40CB-4C52-8435-5ABBA8207B00}" type="pres">
      <dgm:prSet presAssocID="{CB2B3CF3-547E-49B8-B2D3-C0A3B1E8490C}" presName="sibTrans" presStyleLbl="sibTrans1D1" presStyleIdx="2" presStyleCnt="6"/>
      <dgm:spPr/>
    </dgm:pt>
    <dgm:pt modelId="{58B4EF97-CE8D-4561-82B3-71B915C41DE0}" type="pres">
      <dgm:prSet presAssocID="{CB2B3CF3-547E-49B8-B2D3-C0A3B1E8490C}" presName="connectorText" presStyleLbl="sibTrans1D1" presStyleIdx="2" presStyleCnt="6"/>
      <dgm:spPr/>
    </dgm:pt>
    <dgm:pt modelId="{BA8E9A85-1A1A-4DA2-886E-85C2D4504A36}" type="pres">
      <dgm:prSet presAssocID="{56006384-4B4E-4FE2-AA6A-C40B276162C8}" presName="node" presStyleLbl="node1" presStyleIdx="3" presStyleCnt="7">
        <dgm:presLayoutVars>
          <dgm:bulletEnabled val="1"/>
        </dgm:presLayoutVars>
      </dgm:prSet>
      <dgm:spPr/>
    </dgm:pt>
    <dgm:pt modelId="{C5BC099D-CE3A-4646-8C97-A42B554862F8}" type="pres">
      <dgm:prSet presAssocID="{C000AFD4-428F-4FBD-8264-9711999FEFAC}" presName="sibTrans" presStyleLbl="sibTrans1D1" presStyleIdx="3" presStyleCnt="6"/>
      <dgm:spPr/>
    </dgm:pt>
    <dgm:pt modelId="{420D1481-B7A9-4E80-8063-1644004AC546}" type="pres">
      <dgm:prSet presAssocID="{C000AFD4-428F-4FBD-8264-9711999FEFAC}" presName="connectorText" presStyleLbl="sibTrans1D1" presStyleIdx="3" presStyleCnt="6"/>
      <dgm:spPr/>
    </dgm:pt>
    <dgm:pt modelId="{56134156-0550-4C1D-AB2A-36EC9278A027}" type="pres">
      <dgm:prSet presAssocID="{874CCF1E-A394-4E2B-A241-18D1EF347E4D}" presName="node" presStyleLbl="node1" presStyleIdx="4" presStyleCnt="7">
        <dgm:presLayoutVars>
          <dgm:bulletEnabled val="1"/>
        </dgm:presLayoutVars>
      </dgm:prSet>
      <dgm:spPr/>
    </dgm:pt>
    <dgm:pt modelId="{0E0BE929-3C1C-411A-9267-7F4DD6181D1C}" type="pres">
      <dgm:prSet presAssocID="{F9468F86-C796-42C4-B0D0-82435F48A704}" presName="sibTrans" presStyleLbl="sibTrans1D1" presStyleIdx="4" presStyleCnt="6"/>
      <dgm:spPr/>
    </dgm:pt>
    <dgm:pt modelId="{A1D908E2-BAFB-4E20-A60C-879135F7338F}" type="pres">
      <dgm:prSet presAssocID="{F9468F86-C796-42C4-B0D0-82435F48A704}" presName="connectorText" presStyleLbl="sibTrans1D1" presStyleIdx="4" presStyleCnt="6"/>
      <dgm:spPr/>
    </dgm:pt>
    <dgm:pt modelId="{2DA694E2-936E-492D-8897-2AF2EF8DF398}" type="pres">
      <dgm:prSet presAssocID="{40ECCBC6-3392-4FCF-A63E-77BE5FEF3AE1}" presName="node" presStyleLbl="node1" presStyleIdx="5" presStyleCnt="7">
        <dgm:presLayoutVars>
          <dgm:bulletEnabled val="1"/>
        </dgm:presLayoutVars>
      </dgm:prSet>
      <dgm:spPr/>
    </dgm:pt>
    <dgm:pt modelId="{9ADEB407-86F9-4D80-B31B-3D0C39369179}" type="pres">
      <dgm:prSet presAssocID="{EB72C0DB-05E4-4696-963A-51AB33047C00}" presName="sibTrans" presStyleLbl="sibTrans1D1" presStyleIdx="5" presStyleCnt="6"/>
      <dgm:spPr/>
    </dgm:pt>
    <dgm:pt modelId="{EFC5250B-F8D5-4566-80B7-070474B45A22}" type="pres">
      <dgm:prSet presAssocID="{EB72C0DB-05E4-4696-963A-51AB33047C00}" presName="connectorText" presStyleLbl="sibTrans1D1" presStyleIdx="5" presStyleCnt="6"/>
      <dgm:spPr/>
    </dgm:pt>
    <dgm:pt modelId="{513E57C4-D566-46C3-B051-0F1E3A8A96C7}" type="pres">
      <dgm:prSet presAssocID="{96362CF6-1745-416A-AEE0-E96F873716C9}" presName="node" presStyleLbl="node1" presStyleIdx="6" presStyleCnt="7">
        <dgm:presLayoutVars>
          <dgm:bulletEnabled val="1"/>
        </dgm:presLayoutVars>
      </dgm:prSet>
      <dgm:spPr/>
    </dgm:pt>
  </dgm:ptLst>
  <dgm:cxnLst>
    <dgm:cxn modelId="{99234E08-5ACB-4689-8FF5-B43F51DBF9D4}" type="presOf" srcId="{EB72C0DB-05E4-4696-963A-51AB33047C00}" destId="{EFC5250B-F8D5-4566-80B7-070474B45A22}" srcOrd="1" destOrd="0" presId="urn:microsoft.com/office/officeart/2016/7/layout/RepeatingBendingProcessNew"/>
    <dgm:cxn modelId="{E7DEA70A-8A1B-40C9-9A32-F16C4B684CDF}" srcId="{7FFCE02A-7EA3-4EDA-A99C-919127A782E7}" destId="{2538C42B-85BC-4D72-9CAA-AC2B0E2A8D5A}" srcOrd="2" destOrd="0" parTransId="{F430D422-A394-4272-84E3-8E926DA249CC}" sibTransId="{CB2B3CF3-547E-49B8-B2D3-C0A3B1E8490C}"/>
    <dgm:cxn modelId="{79E0FA19-88BE-4DB9-BD8B-16F35AF13902}" type="presOf" srcId="{7FFCE02A-7EA3-4EDA-A99C-919127A782E7}" destId="{7DF84F9F-9E2A-4BA6-BD24-19C23989F316}" srcOrd="0" destOrd="0" presId="urn:microsoft.com/office/officeart/2016/7/layout/RepeatingBendingProcessNew"/>
    <dgm:cxn modelId="{437CB91C-71AD-472D-A747-C808BD774DF3}" type="presOf" srcId="{F9468F86-C796-42C4-B0D0-82435F48A704}" destId="{0E0BE929-3C1C-411A-9267-7F4DD6181D1C}" srcOrd="0" destOrd="0" presId="urn:microsoft.com/office/officeart/2016/7/layout/RepeatingBendingProcessNew"/>
    <dgm:cxn modelId="{BB92721D-1508-4F3D-8968-9C2135CFCAC8}" type="presOf" srcId="{C000AFD4-428F-4FBD-8264-9711999FEFAC}" destId="{C5BC099D-CE3A-4646-8C97-A42B554862F8}" srcOrd="0" destOrd="0" presId="urn:microsoft.com/office/officeart/2016/7/layout/RepeatingBendingProcessNew"/>
    <dgm:cxn modelId="{47105421-5BB7-44C4-9800-592A55765118}" type="presOf" srcId="{56006384-4B4E-4FE2-AA6A-C40B276162C8}" destId="{BA8E9A85-1A1A-4DA2-886E-85C2D4504A36}" srcOrd="0" destOrd="0" presId="urn:microsoft.com/office/officeart/2016/7/layout/RepeatingBendingProcessNew"/>
    <dgm:cxn modelId="{DCB2E322-86DD-4CDF-AD45-11C57CD03141}" type="presOf" srcId="{C8FFC811-1BB5-4F0F-9E3A-A0ACC1B10364}" destId="{DD70CE50-75ED-467D-8658-3445B606C1C3}" srcOrd="1" destOrd="0" presId="urn:microsoft.com/office/officeart/2016/7/layout/RepeatingBendingProcessNew"/>
    <dgm:cxn modelId="{8587A72B-FA52-4CEC-8BE4-F19A8B0C3ED5}" srcId="{7FFCE02A-7EA3-4EDA-A99C-919127A782E7}" destId="{874CCF1E-A394-4E2B-A241-18D1EF347E4D}" srcOrd="4" destOrd="0" parTransId="{D4E714CC-A94D-4215-9B6B-0A53E32EB6F8}" sibTransId="{F9468F86-C796-42C4-B0D0-82435F48A704}"/>
    <dgm:cxn modelId="{1BF53C2D-6233-4AA8-A2E6-470166F6D476}" srcId="{7FFCE02A-7EA3-4EDA-A99C-919127A782E7}" destId="{70608ED9-9F5D-4C37-AFD5-A16730BB7E57}" srcOrd="0" destOrd="0" parTransId="{6FF39CA4-370D-4424-8048-6FED6198F8A6}" sibTransId="{F694C4AC-A7FE-4F36-B5EE-961B3E4143A9}"/>
    <dgm:cxn modelId="{D768023F-C880-45D8-B541-5C78380DEB27}" type="presOf" srcId="{70608ED9-9F5D-4C37-AFD5-A16730BB7E57}" destId="{FB2748FE-186B-4803-BF15-6E2FF639577F}" srcOrd="0" destOrd="0" presId="urn:microsoft.com/office/officeart/2016/7/layout/RepeatingBendingProcessNew"/>
    <dgm:cxn modelId="{DEAD116A-1907-48B0-B34E-B39608A08807}" type="presOf" srcId="{CB2B3CF3-547E-49B8-B2D3-C0A3B1E8490C}" destId="{58B4EF97-CE8D-4561-82B3-71B915C41DE0}" srcOrd="1" destOrd="0" presId="urn:microsoft.com/office/officeart/2016/7/layout/RepeatingBendingProcessNew"/>
    <dgm:cxn modelId="{C177034E-E07A-4EFA-9FA0-76B4DF1C0F8D}" type="presOf" srcId="{96362CF6-1745-416A-AEE0-E96F873716C9}" destId="{513E57C4-D566-46C3-B051-0F1E3A8A96C7}" srcOrd="0" destOrd="0" presId="urn:microsoft.com/office/officeart/2016/7/layout/RepeatingBendingProcessNew"/>
    <dgm:cxn modelId="{5ECB4D74-753D-4BD4-BED0-8E4FD11AF9E1}" type="presOf" srcId="{C000AFD4-428F-4FBD-8264-9711999FEFAC}" destId="{420D1481-B7A9-4E80-8063-1644004AC546}" srcOrd="1" destOrd="0" presId="urn:microsoft.com/office/officeart/2016/7/layout/RepeatingBendingProcessNew"/>
    <dgm:cxn modelId="{FFFEB074-568F-4B29-93A5-CE21D23A37FC}" type="presOf" srcId="{EB72C0DB-05E4-4696-963A-51AB33047C00}" destId="{9ADEB407-86F9-4D80-B31B-3D0C39369179}" srcOrd="0" destOrd="0" presId="urn:microsoft.com/office/officeart/2016/7/layout/RepeatingBendingProcessNew"/>
    <dgm:cxn modelId="{55EA797C-48AE-4B74-B52B-73E803F8C003}" srcId="{7FFCE02A-7EA3-4EDA-A99C-919127A782E7}" destId="{25034F78-91BF-4B9A-9F2B-E8E20A201CAA}" srcOrd="1" destOrd="0" parTransId="{6E4C981F-4399-460C-9EB3-F78D88010F38}" sibTransId="{C8FFC811-1BB5-4F0F-9E3A-A0ACC1B10364}"/>
    <dgm:cxn modelId="{E557457D-4407-4813-BA48-8F2CF856E444}" type="presOf" srcId="{40ECCBC6-3392-4FCF-A63E-77BE5FEF3AE1}" destId="{2DA694E2-936E-492D-8897-2AF2EF8DF398}" srcOrd="0" destOrd="0" presId="urn:microsoft.com/office/officeart/2016/7/layout/RepeatingBendingProcessNew"/>
    <dgm:cxn modelId="{C5BB0EA9-77A0-4DED-9E6B-A30EF3B73A2E}" type="presOf" srcId="{CB2B3CF3-547E-49B8-B2D3-C0A3B1E8490C}" destId="{2173B466-40CB-4C52-8435-5ABBA8207B00}" srcOrd="0" destOrd="0" presId="urn:microsoft.com/office/officeart/2016/7/layout/RepeatingBendingProcessNew"/>
    <dgm:cxn modelId="{6218B3AA-230B-48D6-8B79-ADC22B4E9B13}" type="presOf" srcId="{874CCF1E-A394-4E2B-A241-18D1EF347E4D}" destId="{56134156-0550-4C1D-AB2A-36EC9278A027}" srcOrd="0" destOrd="0" presId="urn:microsoft.com/office/officeart/2016/7/layout/RepeatingBendingProcessNew"/>
    <dgm:cxn modelId="{EA5C70B2-F65E-42C0-977F-72F46ADA9ACE}" srcId="{7FFCE02A-7EA3-4EDA-A99C-919127A782E7}" destId="{96362CF6-1745-416A-AEE0-E96F873716C9}" srcOrd="6" destOrd="0" parTransId="{BDA89400-87B2-4060-B954-57247105A795}" sibTransId="{CA22560F-2C1C-4F9F-B6C3-BC9BCC2B5201}"/>
    <dgm:cxn modelId="{95F1D9B8-443F-439E-9F59-839BF05ABADC}" srcId="{7FFCE02A-7EA3-4EDA-A99C-919127A782E7}" destId="{56006384-4B4E-4FE2-AA6A-C40B276162C8}" srcOrd="3" destOrd="0" parTransId="{DE6DF17F-86BA-4010-BA28-16A72C2C90BD}" sibTransId="{C000AFD4-428F-4FBD-8264-9711999FEFAC}"/>
    <dgm:cxn modelId="{FDE470C2-553C-4DE1-BBA2-0D1623EA1A08}" type="presOf" srcId="{F694C4AC-A7FE-4F36-B5EE-961B3E4143A9}" destId="{E292374D-B387-4322-9B48-2CDA09D411F2}" srcOrd="0" destOrd="0" presId="urn:microsoft.com/office/officeart/2016/7/layout/RepeatingBendingProcessNew"/>
    <dgm:cxn modelId="{CAD129C7-4046-4171-ACF6-E66B7857AFED}" srcId="{7FFCE02A-7EA3-4EDA-A99C-919127A782E7}" destId="{40ECCBC6-3392-4FCF-A63E-77BE5FEF3AE1}" srcOrd="5" destOrd="0" parTransId="{0809BE79-D958-420C-B059-5963D878631B}" sibTransId="{EB72C0DB-05E4-4696-963A-51AB33047C00}"/>
    <dgm:cxn modelId="{B90B14D2-BD7F-48C3-B24B-9F8E136AA5D1}" type="presOf" srcId="{F694C4AC-A7FE-4F36-B5EE-961B3E4143A9}" destId="{3444413A-EDCD-44C5-9A5C-57AC22F55403}" srcOrd="1" destOrd="0" presId="urn:microsoft.com/office/officeart/2016/7/layout/RepeatingBendingProcessNew"/>
    <dgm:cxn modelId="{357176D2-30E6-41E0-8DAB-718D2B59F0B2}" type="presOf" srcId="{2538C42B-85BC-4D72-9CAA-AC2B0E2A8D5A}" destId="{A9465919-45B6-40DD-8267-D3DB70FDE146}" srcOrd="0" destOrd="0" presId="urn:microsoft.com/office/officeart/2016/7/layout/RepeatingBendingProcessNew"/>
    <dgm:cxn modelId="{04BB86E1-726A-4097-ADA6-6575F8E884C6}" type="presOf" srcId="{F9468F86-C796-42C4-B0D0-82435F48A704}" destId="{A1D908E2-BAFB-4E20-A60C-879135F7338F}" srcOrd="1" destOrd="0" presId="urn:microsoft.com/office/officeart/2016/7/layout/RepeatingBendingProcessNew"/>
    <dgm:cxn modelId="{50926CF8-D665-4C40-B55A-E1417E2D23FF}" type="presOf" srcId="{C8FFC811-1BB5-4F0F-9E3A-A0ACC1B10364}" destId="{D56EF544-74D8-470B-BA52-978802A57913}" srcOrd="0" destOrd="0" presId="urn:microsoft.com/office/officeart/2016/7/layout/RepeatingBendingProcessNew"/>
    <dgm:cxn modelId="{48B2E2F8-BEF0-45BF-B05D-0A6EA1F57B03}" type="presOf" srcId="{25034F78-91BF-4B9A-9F2B-E8E20A201CAA}" destId="{CBDF18BC-1B95-466F-9218-4F620EF4C5F6}" srcOrd="0" destOrd="0" presId="urn:microsoft.com/office/officeart/2016/7/layout/RepeatingBendingProcessNew"/>
    <dgm:cxn modelId="{05CDED06-AB00-444D-BF7B-D66D04F20B62}" type="presParOf" srcId="{7DF84F9F-9E2A-4BA6-BD24-19C23989F316}" destId="{FB2748FE-186B-4803-BF15-6E2FF639577F}" srcOrd="0" destOrd="0" presId="urn:microsoft.com/office/officeart/2016/7/layout/RepeatingBendingProcessNew"/>
    <dgm:cxn modelId="{208A3A2E-7DFF-4858-942A-9AC6A81B7D75}" type="presParOf" srcId="{7DF84F9F-9E2A-4BA6-BD24-19C23989F316}" destId="{E292374D-B387-4322-9B48-2CDA09D411F2}" srcOrd="1" destOrd="0" presId="urn:microsoft.com/office/officeart/2016/7/layout/RepeatingBendingProcessNew"/>
    <dgm:cxn modelId="{B027B63D-79D0-4430-A27A-1DC617A228FC}" type="presParOf" srcId="{E292374D-B387-4322-9B48-2CDA09D411F2}" destId="{3444413A-EDCD-44C5-9A5C-57AC22F55403}" srcOrd="0" destOrd="0" presId="urn:microsoft.com/office/officeart/2016/7/layout/RepeatingBendingProcessNew"/>
    <dgm:cxn modelId="{C0A3A3AA-7BA0-46C2-A005-95FF5B48A88D}" type="presParOf" srcId="{7DF84F9F-9E2A-4BA6-BD24-19C23989F316}" destId="{CBDF18BC-1B95-466F-9218-4F620EF4C5F6}" srcOrd="2" destOrd="0" presId="urn:microsoft.com/office/officeart/2016/7/layout/RepeatingBendingProcessNew"/>
    <dgm:cxn modelId="{E7A1D813-65C6-4F11-B16D-46A5B097E9C9}" type="presParOf" srcId="{7DF84F9F-9E2A-4BA6-BD24-19C23989F316}" destId="{D56EF544-74D8-470B-BA52-978802A57913}" srcOrd="3" destOrd="0" presId="urn:microsoft.com/office/officeart/2016/7/layout/RepeatingBendingProcessNew"/>
    <dgm:cxn modelId="{8B73D734-23F4-49FD-BC7A-4A9918DF31A4}" type="presParOf" srcId="{D56EF544-74D8-470B-BA52-978802A57913}" destId="{DD70CE50-75ED-467D-8658-3445B606C1C3}" srcOrd="0" destOrd="0" presId="urn:microsoft.com/office/officeart/2016/7/layout/RepeatingBendingProcessNew"/>
    <dgm:cxn modelId="{035ED575-7FD8-4DB5-964F-86CC528F39DD}" type="presParOf" srcId="{7DF84F9F-9E2A-4BA6-BD24-19C23989F316}" destId="{A9465919-45B6-40DD-8267-D3DB70FDE146}" srcOrd="4" destOrd="0" presId="urn:microsoft.com/office/officeart/2016/7/layout/RepeatingBendingProcessNew"/>
    <dgm:cxn modelId="{FE424E83-DAF8-4439-8B69-99E31B8F074F}" type="presParOf" srcId="{7DF84F9F-9E2A-4BA6-BD24-19C23989F316}" destId="{2173B466-40CB-4C52-8435-5ABBA8207B00}" srcOrd="5" destOrd="0" presId="urn:microsoft.com/office/officeart/2016/7/layout/RepeatingBendingProcessNew"/>
    <dgm:cxn modelId="{DF073B3F-B82A-41A0-AE6D-82E1DAF46D61}" type="presParOf" srcId="{2173B466-40CB-4C52-8435-5ABBA8207B00}" destId="{58B4EF97-CE8D-4561-82B3-71B915C41DE0}" srcOrd="0" destOrd="0" presId="urn:microsoft.com/office/officeart/2016/7/layout/RepeatingBendingProcessNew"/>
    <dgm:cxn modelId="{E8AF4BA8-D099-4534-A0CE-F4CAD2DA145A}" type="presParOf" srcId="{7DF84F9F-9E2A-4BA6-BD24-19C23989F316}" destId="{BA8E9A85-1A1A-4DA2-886E-85C2D4504A36}" srcOrd="6" destOrd="0" presId="urn:microsoft.com/office/officeart/2016/7/layout/RepeatingBendingProcessNew"/>
    <dgm:cxn modelId="{F0ADBC87-B854-4E8B-AA2A-1BFC16F46609}" type="presParOf" srcId="{7DF84F9F-9E2A-4BA6-BD24-19C23989F316}" destId="{C5BC099D-CE3A-4646-8C97-A42B554862F8}" srcOrd="7" destOrd="0" presId="urn:microsoft.com/office/officeart/2016/7/layout/RepeatingBendingProcessNew"/>
    <dgm:cxn modelId="{AF4BA0C8-8049-44BD-A793-BC2F29EE55FE}" type="presParOf" srcId="{C5BC099D-CE3A-4646-8C97-A42B554862F8}" destId="{420D1481-B7A9-4E80-8063-1644004AC546}" srcOrd="0" destOrd="0" presId="urn:microsoft.com/office/officeart/2016/7/layout/RepeatingBendingProcessNew"/>
    <dgm:cxn modelId="{2E0CFB75-8B44-43D0-BC03-BE9349E236E6}" type="presParOf" srcId="{7DF84F9F-9E2A-4BA6-BD24-19C23989F316}" destId="{56134156-0550-4C1D-AB2A-36EC9278A027}" srcOrd="8" destOrd="0" presId="urn:microsoft.com/office/officeart/2016/7/layout/RepeatingBendingProcessNew"/>
    <dgm:cxn modelId="{34DC67F2-E5B9-4C8B-A70E-594A8CA16427}" type="presParOf" srcId="{7DF84F9F-9E2A-4BA6-BD24-19C23989F316}" destId="{0E0BE929-3C1C-411A-9267-7F4DD6181D1C}" srcOrd="9" destOrd="0" presId="urn:microsoft.com/office/officeart/2016/7/layout/RepeatingBendingProcessNew"/>
    <dgm:cxn modelId="{E6C924F2-7E18-4650-8E2C-7E977F0C4F00}" type="presParOf" srcId="{0E0BE929-3C1C-411A-9267-7F4DD6181D1C}" destId="{A1D908E2-BAFB-4E20-A60C-879135F7338F}" srcOrd="0" destOrd="0" presId="urn:microsoft.com/office/officeart/2016/7/layout/RepeatingBendingProcessNew"/>
    <dgm:cxn modelId="{C975527A-3128-408B-A6AE-29F8032BB998}" type="presParOf" srcId="{7DF84F9F-9E2A-4BA6-BD24-19C23989F316}" destId="{2DA694E2-936E-492D-8897-2AF2EF8DF398}" srcOrd="10" destOrd="0" presId="urn:microsoft.com/office/officeart/2016/7/layout/RepeatingBendingProcessNew"/>
    <dgm:cxn modelId="{5E794EF0-E438-439B-8DF2-261AD9D70981}" type="presParOf" srcId="{7DF84F9F-9E2A-4BA6-BD24-19C23989F316}" destId="{9ADEB407-86F9-4D80-B31B-3D0C39369179}" srcOrd="11" destOrd="0" presId="urn:microsoft.com/office/officeart/2016/7/layout/RepeatingBendingProcessNew"/>
    <dgm:cxn modelId="{E97BD4FE-4815-43A1-87C6-5611F51B0282}" type="presParOf" srcId="{9ADEB407-86F9-4D80-B31B-3D0C39369179}" destId="{EFC5250B-F8D5-4566-80B7-070474B45A22}" srcOrd="0" destOrd="0" presId="urn:microsoft.com/office/officeart/2016/7/layout/RepeatingBendingProcessNew"/>
    <dgm:cxn modelId="{D76B5304-8FFD-496B-BAE2-214EC50CFE09}" type="presParOf" srcId="{7DF84F9F-9E2A-4BA6-BD24-19C23989F316}" destId="{513E57C4-D566-46C3-B051-0F1E3A8A96C7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92374D-B387-4322-9B48-2CDA09D411F2}">
      <dsp:nvSpPr>
        <dsp:cNvPr id="0" name=""/>
        <dsp:cNvSpPr/>
      </dsp:nvSpPr>
      <dsp:spPr>
        <a:xfrm>
          <a:off x="2510821" y="433154"/>
          <a:ext cx="33572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572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69526" y="477042"/>
        <a:ext cx="18316" cy="3663"/>
      </dsp:txXfrm>
    </dsp:sp>
    <dsp:sp modelId="{FB2748FE-186B-4803-BF15-6E2FF639577F}">
      <dsp:nvSpPr>
        <dsp:cNvPr id="0" name=""/>
        <dsp:cNvSpPr/>
      </dsp:nvSpPr>
      <dsp:spPr>
        <a:xfrm>
          <a:off x="919896" y="1057"/>
          <a:ext cx="1592724" cy="9556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045" tIns="81922" rIns="78045" bIns="8192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Existing System</a:t>
          </a:r>
          <a:endParaRPr lang="en-US" sz="1200" kern="1200"/>
        </a:p>
      </dsp:txBody>
      <dsp:txXfrm>
        <a:off x="919896" y="1057"/>
        <a:ext cx="1592724" cy="955634"/>
      </dsp:txXfrm>
    </dsp:sp>
    <dsp:sp modelId="{D56EF544-74D8-470B-BA52-978802A57913}">
      <dsp:nvSpPr>
        <dsp:cNvPr id="0" name=""/>
        <dsp:cNvSpPr/>
      </dsp:nvSpPr>
      <dsp:spPr>
        <a:xfrm>
          <a:off x="1716259" y="954891"/>
          <a:ext cx="1959050" cy="335726"/>
        </a:xfrm>
        <a:custGeom>
          <a:avLst/>
          <a:gdLst/>
          <a:ahLst/>
          <a:cxnLst/>
          <a:rect l="0" t="0" r="0" b="0"/>
          <a:pathLst>
            <a:path>
              <a:moveTo>
                <a:pt x="1959050" y="0"/>
              </a:moveTo>
              <a:lnTo>
                <a:pt x="1959050" y="184963"/>
              </a:lnTo>
              <a:lnTo>
                <a:pt x="0" y="184963"/>
              </a:lnTo>
              <a:lnTo>
                <a:pt x="0" y="335726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45959" y="1120923"/>
        <a:ext cx="99650" cy="3663"/>
      </dsp:txXfrm>
    </dsp:sp>
    <dsp:sp modelId="{CBDF18BC-1B95-466F-9218-4F620EF4C5F6}">
      <dsp:nvSpPr>
        <dsp:cNvPr id="0" name=""/>
        <dsp:cNvSpPr/>
      </dsp:nvSpPr>
      <dsp:spPr>
        <a:xfrm>
          <a:off x="2878947" y="1057"/>
          <a:ext cx="1592724" cy="9556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045" tIns="81922" rIns="78045" bIns="8192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Currently, users commonly depend on multiple applications:</a:t>
          </a:r>
          <a:br>
            <a:rPr lang="en-IN" sz="1200" kern="1200"/>
          </a:br>
          <a:endParaRPr lang="en-US" sz="1200" kern="1200"/>
        </a:p>
      </dsp:txBody>
      <dsp:txXfrm>
        <a:off x="2878947" y="1057"/>
        <a:ext cx="1592724" cy="955634"/>
      </dsp:txXfrm>
    </dsp:sp>
    <dsp:sp modelId="{2173B466-40CB-4C52-8435-5ABBA8207B00}">
      <dsp:nvSpPr>
        <dsp:cNvPr id="0" name=""/>
        <dsp:cNvSpPr/>
      </dsp:nvSpPr>
      <dsp:spPr>
        <a:xfrm>
          <a:off x="2510821" y="1755115"/>
          <a:ext cx="33572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572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69526" y="1799003"/>
        <a:ext cx="18316" cy="3663"/>
      </dsp:txXfrm>
    </dsp:sp>
    <dsp:sp modelId="{A9465919-45B6-40DD-8267-D3DB70FDE146}">
      <dsp:nvSpPr>
        <dsp:cNvPr id="0" name=""/>
        <dsp:cNvSpPr/>
      </dsp:nvSpPr>
      <dsp:spPr>
        <a:xfrm>
          <a:off x="919896" y="1323018"/>
          <a:ext cx="1592724" cy="9556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045" tIns="81922" rIns="78045" bIns="8192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Cloud Storage</a:t>
          </a:r>
          <a:endParaRPr lang="en-US" sz="1200" kern="1200"/>
        </a:p>
      </dsp:txBody>
      <dsp:txXfrm>
        <a:off x="919896" y="1323018"/>
        <a:ext cx="1592724" cy="955634"/>
      </dsp:txXfrm>
    </dsp:sp>
    <dsp:sp modelId="{C5BC099D-CE3A-4646-8C97-A42B554862F8}">
      <dsp:nvSpPr>
        <dsp:cNvPr id="0" name=""/>
        <dsp:cNvSpPr/>
      </dsp:nvSpPr>
      <dsp:spPr>
        <a:xfrm>
          <a:off x="1716259" y="2276852"/>
          <a:ext cx="1959050" cy="335726"/>
        </a:xfrm>
        <a:custGeom>
          <a:avLst/>
          <a:gdLst/>
          <a:ahLst/>
          <a:cxnLst/>
          <a:rect l="0" t="0" r="0" b="0"/>
          <a:pathLst>
            <a:path>
              <a:moveTo>
                <a:pt x="1959050" y="0"/>
              </a:moveTo>
              <a:lnTo>
                <a:pt x="1959050" y="184963"/>
              </a:lnTo>
              <a:lnTo>
                <a:pt x="0" y="184963"/>
              </a:lnTo>
              <a:lnTo>
                <a:pt x="0" y="335726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45959" y="2442884"/>
        <a:ext cx="99650" cy="3663"/>
      </dsp:txXfrm>
    </dsp:sp>
    <dsp:sp modelId="{BA8E9A85-1A1A-4DA2-886E-85C2D4504A36}">
      <dsp:nvSpPr>
        <dsp:cNvPr id="0" name=""/>
        <dsp:cNvSpPr/>
      </dsp:nvSpPr>
      <dsp:spPr>
        <a:xfrm>
          <a:off x="2878947" y="1323018"/>
          <a:ext cx="1592724" cy="9556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045" tIns="81922" rIns="78045" bIns="8192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Notes Apps</a:t>
          </a:r>
          <a:endParaRPr lang="en-US" sz="1200" kern="1200" dirty="0"/>
        </a:p>
      </dsp:txBody>
      <dsp:txXfrm>
        <a:off x="2878947" y="1323018"/>
        <a:ext cx="1592724" cy="955634"/>
      </dsp:txXfrm>
    </dsp:sp>
    <dsp:sp modelId="{0E0BE929-3C1C-411A-9267-7F4DD6181D1C}">
      <dsp:nvSpPr>
        <dsp:cNvPr id="0" name=""/>
        <dsp:cNvSpPr/>
      </dsp:nvSpPr>
      <dsp:spPr>
        <a:xfrm>
          <a:off x="2510821" y="3077076"/>
          <a:ext cx="33572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572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69526" y="3120964"/>
        <a:ext cx="18316" cy="3663"/>
      </dsp:txXfrm>
    </dsp:sp>
    <dsp:sp modelId="{56134156-0550-4C1D-AB2A-36EC9278A027}">
      <dsp:nvSpPr>
        <dsp:cNvPr id="0" name=""/>
        <dsp:cNvSpPr/>
      </dsp:nvSpPr>
      <dsp:spPr>
        <a:xfrm>
          <a:off x="919896" y="2644979"/>
          <a:ext cx="1592724" cy="9556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045" tIns="81922" rIns="78045" bIns="8192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Calendar / Reminder Apps</a:t>
          </a:r>
          <a:endParaRPr lang="en-US" sz="1200" kern="1200"/>
        </a:p>
      </dsp:txBody>
      <dsp:txXfrm>
        <a:off x="919896" y="2644979"/>
        <a:ext cx="1592724" cy="955634"/>
      </dsp:txXfrm>
    </dsp:sp>
    <dsp:sp modelId="{9ADEB407-86F9-4D80-B31B-3D0C39369179}">
      <dsp:nvSpPr>
        <dsp:cNvPr id="0" name=""/>
        <dsp:cNvSpPr/>
      </dsp:nvSpPr>
      <dsp:spPr>
        <a:xfrm>
          <a:off x="1716259" y="3598813"/>
          <a:ext cx="1959050" cy="335726"/>
        </a:xfrm>
        <a:custGeom>
          <a:avLst/>
          <a:gdLst/>
          <a:ahLst/>
          <a:cxnLst/>
          <a:rect l="0" t="0" r="0" b="0"/>
          <a:pathLst>
            <a:path>
              <a:moveTo>
                <a:pt x="1959050" y="0"/>
              </a:moveTo>
              <a:lnTo>
                <a:pt x="1959050" y="184963"/>
              </a:lnTo>
              <a:lnTo>
                <a:pt x="0" y="184963"/>
              </a:lnTo>
              <a:lnTo>
                <a:pt x="0" y="335726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45959" y="3764845"/>
        <a:ext cx="99650" cy="3663"/>
      </dsp:txXfrm>
    </dsp:sp>
    <dsp:sp modelId="{2DA694E2-936E-492D-8897-2AF2EF8DF398}">
      <dsp:nvSpPr>
        <dsp:cNvPr id="0" name=""/>
        <dsp:cNvSpPr/>
      </dsp:nvSpPr>
      <dsp:spPr>
        <a:xfrm>
          <a:off x="2878947" y="2644979"/>
          <a:ext cx="1592724" cy="9556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045" tIns="81922" rIns="78045" bIns="8192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Messaging Apps</a:t>
          </a:r>
          <a:endParaRPr lang="en-US" sz="1200" kern="1200"/>
        </a:p>
      </dsp:txBody>
      <dsp:txXfrm>
        <a:off x="2878947" y="2644979"/>
        <a:ext cx="1592724" cy="955634"/>
      </dsp:txXfrm>
    </dsp:sp>
    <dsp:sp modelId="{513E57C4-D566-46C3-B051-0F1E3A8A96C7}">
      <dsp:nvSpPr>
        <dsp:cNvPr id="0" name=""/>
        <dsp:cNvSpPr/>
      </dsp:nvSpPr>
      <dsp:spPr>
        <a:xfrm>
          <a:off x="919896" y="3966940"/>
          <a:ext cx="1592724" cy="9556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045" tIns="81922" rIns="78045" bIns="8192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Personal Files</a:t>
          </a:r>
          <a:endParaRPr lang="en-US" sz="1200" kern="1200"/>
        </a:p>
      </dsp:txBody>
      <dsp:txXfrm>
        <a:off x="919896" y="3966940"/>
        <a:ext cx="1592724" cy="9556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9044B-B5AF-477C-950C-4ED51263438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1969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9044B-B5AF-477C-950C-4ED51263438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9548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9044B-B5AF-477C-950C-4ED51263438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826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30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30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30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30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30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30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30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30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30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30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30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30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Date&amp; Time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985865"/>
              </p:ext>
            </p:extLst>
          </p:nvPr>
        </p:nvGraphicFramePr>
        <p:xfrm>
          <a:off x="8193270" y="4898509"/>
          <a:ext cx="3998729" cy="1310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98729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2420030172 -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Parvatha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Reddy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Satwika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Reddy</a:t>
                      </a:r>
                      <a:b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2420030482 -Alla Sai Harsha</a:t>
                      </a:r>
                      <a:b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2420090064- B.V.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Laxmana</a:t>
                      </a:r>
                      <a:b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2420090089- Beeram Guru Prasad Reddy</a:t>
                      </a:r>
                      <a:endParaRPr lang="en-IN" sz="16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1986139"/>
              </p:ext>
            </p:extLst>
          </p:nvPr>
        </p:nvGraphicFramePr>
        <p:xfrm>
          <a:off x="-795813" y="4774125"/>
          <a:ext cx="5902325" cy="1341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Ms. Lavanya Gottumukkala</a:t>
                      </a:r>
                      <a:b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Assistant 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838200" y="1001889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LifeSphere</a:t>
            </a: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AI-An Intelligent Personal Life Management Platform</a:t>
            </a:r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ASE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501918" y="1057757"/>
            <a:ext cx="6892218" cy="4729585"/>
            <a:chOff x="2048384" y="1721293"/>
            <a:chExt cx="6636987" cy="416150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21086" y="3189729"/>
              <a:ext cx="4095949" cy="84498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763377" y="3821778"/>
              <a:ext cx="4374693" cy="73507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System Workflow</a:t>
              </a:r>
              <a:endPara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2928302" y="4344280"/>
              <a:ext cx="4437134" cy="73028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Modules</a:t>
              </a:r>
              <a:endPara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136767" y="4926064"/>
              <a:ext cx="4774676" cy="49866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lvl="0" indent="-342900" defTabSz="457200">
                <a:lnSpc>
                  <a:spcPct val="150000"/>
                </a:lnSpc>
                <a:spcBef>
                  <a:spcPts val="504"/>
                </a:spcBef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sz="2000" b="1" dirty="0">
                  <a:solidFill>
                    <a:prstClr val="white"/>
                  </a:solidFill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378465" y="5424727"/>
              <a:ext cx="4951153" cy="45807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lvl="0" indent="-342900" defTabSz="457200">
                <a:lnSpc>
                  <a:spcPct val="150000"/>
                </a:lnSpc>
                <a:spcBef>
                  <a:spcPts val="504"/>
                </a:spcBef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b="1" dirty="0">
                  <a:solidFill>
                    <a:prstClr val="white"/>
                  </a:solidFill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Future Work</a:t>
              </a: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2048384" y="1796232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lvl="0" indent="-342900">
                <a:spcBef>
                  <a:spcPts val="0"/>
                </a:spcBef>
                <a:buSzPts val="2520"/>
                <a:tabLst>
                  <a:tab pos="444500" algn="l"/>
                </a:tabLst>
                <a:defRPr/>
              </a:pPr>
              <a:r>
                <a:rPr lang="en-IN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Problem Statement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87313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None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lvl="0" indent="-342900">
                <a:lnSpc>
                  <a:spcPct val="150000"/>
                </a:lnSpc>
                <a:spcBef>
                  <a:spcPts val="0"/>
                </a:spcBef>
                <a:buSzPts val="2520"/>
                <a:tabLst>
                  <a:tab pos="444500" algn="l"/>
                </a:tabLst>
                <a:defRPr/>
              </a:pPr>
              <a:r>
                <a:rPr lang="en-US" sz="2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Objectives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23692" y="2742962"/>
              <a:ext cx="4095948" cy="510306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lvl="0" indent="-342900" defTabSz="457200">
                <a:lnSpc>
                  <a:spcPct val="150000"/>
                </a:lnSpc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IN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Existing System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824369" y="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C3139F-DE8F-A91F-9A5C-CF941F006188}"/>
              </a:ext>
            </a:extLst>
          </p:cNvPr>
          <p:cNvSpPr txBox="1"/>
          <p:nvPr/>
        </p:nvSpPr>
        <p:spPr>
          <a:xfrm>
            <a:off x="766163" y="646331"/>
            <a:ext cx="11518231" cy="5741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>
              <a:lnSpc>
                <a:spcPct val="150000"/>
              </a:lnSpc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important personal information such as documents, reminders, personal details, and emergency information is often scattered across different applications and storage locations.</a:t>
            </a:r>
          </a:p>
          <a:p>
            <a:pPr>
              <a:lnSpc>
                <a:spcPct val="150000"/>
              </a:lnSpc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with the current approach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documents are stored in different locations.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have difficulty organizing personal information.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Reminders and important tasks are handled separately.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information may not be easily accessible.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single platform combining personal management with AI assistance.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and controlled access to personal information are important concerns. </a:t>
            </a:r>
          </a:p>
          <a:p>
            <a:pPr>
              <a:lnSpc>
                <a:spcPct val="150000"/>
              </a:lnSpc>
              <a:buNone/>
            </a:pPr>
            <a:r>
              <a:rPr lang="en-IN" sz="19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Problem</a:t>
            </a:r>
          </a:p>
          <a:p>
            <a:pPr>
              <a:lnSpc>
                <a:spcPct val="150000"/>
              </a:lnSpc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secure, centralized and intelligent platform for managing important personal information and documents.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2961494" y="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00335EA-F2BC-A435-0343-5B3ED9584050}"/>
              </a:ext>
            </a:extLst>
          </p:cNvPr>
          <p:cNvSpPr txBox="1"/>
          <p:nvPr/>
        </p:nvSpPr>
        <p:spPr>
          <a:xfrm>
            <a:off x="1123963" y="622550"/>
            <a:ext cx="11101136" cy="5741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centralized personal information management platform.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secure user registration and login.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 user accounts using password hashing and JWT authentication.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users to upload and manage important documents.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document download and deletion functionality.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personalized dashboard.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reminder management.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an AI assistant for intelligent interaction.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emergency-access functionality.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user-specific data security. </a:t>
            </a:r>
          </a:p>
          <a:p>
            <a:pPr>
              <a:lnSpc>
                <a:spcPct val="150000"/>
              </a:lnSpc>
              <a:buNone/>
            </a:pPr>
            <a:r>
              <a:rPr lang="en-IN" sz="19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Goal</a:t>
            </a:r>
          </a:p>
          <a:p>
            <a:pPr>
              <a:lnSpc>
                <a:spcPct val="150000"/>
              </a:lnSpc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secure platform for managing important aspects of personal life.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2407736" y="34705"/>
            <a:ext cx="68981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&amp; Limitations</a:t>
            </a:r>
          </a:p>
        </p:txBody>
      </p:sp>
      <p:graphicFrame>
        <p:nvGraphicFramePr>
          <p:cNvPr id="12" name="Content Placeholder 4">
            <a:extLst>
              <a:ext uri="{FF2B5EF4-FFF2-40B4-BE49-F238E27FC236}">
                <a16:creationId xmlns:a16="http://schemas.microsoft.com/office/drawing/2014/main" id="{59B20F78-347F-72E5-7952-45E76333C82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240732078"/>
              </p:ext>
            </p:extLst>
          </p:nvPr>
        </p:nvGraphicFramePr>
        <p:xfrm>
          <a:off x="396240" y="1253332"/>
          <a:ext cx="5391569" cy="49236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EE363B9-5081-9D37-E1F1-42541F62EA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253332"/>
            <a:ext cx="5699760" cy="492363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lvl="0"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is distributed across multiple platforms. </a:t>
            </a:r>
          </a:p>
          <a:p>
            <a:pPr lvl="0"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maintain everything in one place. </a:t>
            </a:r>
          </a:p>
          <a:p>
            <a:pPr lvl="0"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unified personal dashboard. </a:t>
            </a:r>
          </a:p>
          <a:p>
            <a:pPr lvl="0"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integration between documents, reminders and personal information. </a:t>
            </a:r>
          </a:p>
          <a:p>
            <a:pPr lvl="0"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mechanisms differ between applications. </a:t>
            </a:r>
          </a:p>
          <a:p>
            <a:pPr lvl="0"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personal assistance is generally not integrated with all personal management functions.</a:t>
            </a:r>
          </a:p>
          <a:p>
            <a:pPr>
              <a:lnSpc>
                <a:spcPct val="150000"/>
              </a:lnSpc>
            </a:pP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2848722" y="898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8FB4EF-677B-1FE2-8EFD-B4107397C1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2942" y="819319"/>
            <a:ext cx="11412252" cy="4794402"/>
          </a:xfrm>
        </p:spPr>
        <p:txBody>
          <a:bodyPr>
            <a:noAutofit/>
          </a:bodyPr>
          <a:lstStyle/>
          <a:p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LifeSphere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provides a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and secure platform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managing personal information, documents, reminders, and intelligent assistance.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Features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🔐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secure registration, login, and JWT-based access control.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Dashboard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Gives users a simple overview of their documents, reminders, and activities.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📄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Management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Allows users to upload, view, download, and delete important documents.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⏰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Reminder Management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Helps users create and manage reminders for important tasks and events.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🤖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Assistant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natural-language interaction and intelligent assistance to users.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🚨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Access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Enables controlled sharing of selected important information during emergencies.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👤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Profile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Allows users to view and manage their personal account information.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⚙️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Settings &amp; Preferences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options to customize the application according to user needs.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Information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Important personal information is managed in one platform.</a:t>
            </a:r>
            <a:b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Access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User data is protected through authentication and access control.</a:t>
            </a:r>
            <a:b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365447" y="203599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C8C8906-3450-C622-CCF0-BCF998076A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2432622"/>
              </p:ext>
            </p:extLst>
          </p:nvPr>
        </p:nvGraphicFramePr>
        <p:xfrm>
          <a:off x="1284424" y="1118949"/>
          <a:ext cx="9623152" cy="505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11576">
                  <a:extLst>
                    <a:ext uri="{9D8B030D-6E8A-4147-A177-3AD203B41FA5}">
                      <a16:colId xmlns:a16="http://schemas.microsoft.com/office/drawing/2014/main" val="4082617824"/>
                    </a:ext>
                  </a:extLst>
                </a:gridCol>
                <a:gridCol w="4811576">
                  <a:extLst>
                    <a:ext uri="{9D8B030D-6E8A-4147-A177-3AD203B41FA5}">
                      <a16:colId xmlns:a16="http://schemas.microsoft.com/office/drawing/2014/main" val="2606502982"/>
                    </a:ext>
                  </a:extLst>
                </a:gridCol>
              </a:tblGrid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Layer</a:t>
                      </a:r>
                    </a:p>
                  </a:txBody>
                  <a:tcPr marL="83680" marR="83680" marT="41840" marB="4184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</a:p>
                  </a:txBody>
                  <a:tcPr marL="83680" marR="83680" marT="41840" marB="4184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9135803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React.js + Vite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4259565533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UI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CSS + Lucide React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635375063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 + Spring Boot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267101296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MySQL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598842681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ORM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Spring Data JPA / Hibernate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644226714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Spring Security + BCrypt + JWT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454699358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REST API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344465309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 Code / Eclipse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765076865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Build Tool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Maven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371919420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Runtime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 21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4202407665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 AI Service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215567431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 Deployment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 / Cloud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2655797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0EEAD-7F49-D78C-2F2B-22A23EE3F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55761C6-37BA-B528-1056-3D23BBFFDE37}"/>
              </a:ext>
            </a:extLst>
          </p:cNvPr>
          <p:cNvSpPr txBox="1"/>
          <p:nvPr/>
        </p:nvSpPr>
        <p:spPr>
          <a:xfrm>
            <a:off x="1636112" y="299384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Workflow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0A7108-1F3F-CA7E-D077-D984DA8F2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55C9B3-FC3B-F78C-9035-F7CDB2B0C0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0008" y="945715"/>
            <a:ext cx="7891983" cy="5521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443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221530" y="137801"/>
            <a:ext cx="72340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29C780C-8424-72DD-C345-78C2F72811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622366"/>
              </p:ext>
            </p:extLst>
          </p:nvPr>
        </p:nvGraphicFramePr>
        <p:xfrm>
          <a:off x="474562" y="945715"/>
          <a:ext cx="11123271" cy="5362485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3707757">
                  <a:extLst>
                    <a:ext uri="{9D8B030D-6E8A-4147-A177-3AD203B41FA5}">
                      <a16:colId xmlns:a16="http://schemas.microsoft.com/office/drawing/2014/main" val="2280644703"/>
                    </a:ext>
                  </a:extLst>
                </a:gridCol>
                <a:gridCol w="3707757">
                  <a:extLst>
                    <a:ext uri="{9D8B030D-6E8A-4147-A177-3AD203B41FA5}">
                      <a16:colId xmlns:a16="http://schemas.microsoft.com/office/drawing/2014/main" val="4088449532"/>
                    </a:ext>
                  </a:extLst>
                </a:gridCol>
                <a:gridCol w="3707757">
                  <a:extLst>
                    <a:ext uri="{9D8B030D-6E8A-4147-A177-3AD203B41FA5}">
                      <a16:colId xmlns:a16="http://schemas.microsoft.com/office/drawing/2014/main" val="981568735"/>
                    </a:ext>
                  </a:extLst>
                </a:gridCol>
              </a:tblGrid>
              <a:tr h="303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</a:t>
                      </a:r>
                    </a:p>
                  </a:txBody>
                  <a:tcPr marL="51802" marR="51802" marT="25901" marB="25901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</a:p>
                  </a:txBody>
                  <a:tcPr marL="51802" marR="51802" marT="25901" marB="25901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51802" marR="51802" marT="25901" marB="25901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235191"/>
                  </a:ext>
                </a:extLst>
              </a:tr>
              <a:tr h="6167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Authentication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 Completed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Secure registration, login, JWT-based authentication and logout implemented.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1593960365"/>
                  </a:ext>
                </a:extLst>
              </a:tr>
              <a:tr h="6167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Dashboard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 Completed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Central dashboard showing documents, reminders and system status.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62340410"/>
                  </a:ext>
                </a:extLst>
              </a:tr>
              <a:tr h="6167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Document Management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 Completed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Users can upload, view, download and delete personal documents securely.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2772656140"/>
                  </a:ext>
                </a:extLst>
              </a:tr>
              <a:tr h="6167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Reminder Management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 Completed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Users can create, view, complete and delete reminders with date and time.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1592941987"/>
                  </a:ext>
                </a:extLst>
              </a:tr>
              <a:tr h="6167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Assistant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 Completed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Chat interface created for interacting with the LifeSphere AI system.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3310296220"/>
                  </a:ext>
                </a:extLst>
              </a:tr>
              <a:tr h="5539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Model Integration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⏳ In Progress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Connecting the Python AI service with a real language model.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983872588"/>
                  </a:ext>
                </a:extLst>
              </a:tr>
              <a:tr h="80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Document AI / RAG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⏳ Planned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will retrieve relevant information from uploaded documents to answer user queries.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2966747107"/>
                  </a:ext>
                </a:extLst>
              </a:tr>
              <a:tr h="6167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AI Model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⏳ Planned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 fine-tuning of an open-source model for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LifeSphere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-specific tasks.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38232435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F128F-2E47-BD05-7F3E-B6E0B8975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9CF560A-A627-332F-7E52-813D8AFDF66F}"/>
              </a:ext>
            </a:extLst>
          </p:cNvPr>
          <p:cNvSpPr txBox="1"/>
          <p:nvPr/>
        </p:nvSpPr>
        <p:spPr>
          <a:xfrm>
            <a:off x="2207469" y="126343"/>
            <a:ext cx="72340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Progress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C0F35B-924B-28FC-F872-313BD0DFD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897925-9504-B909-5155-295BC0A14C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0987" y="1118010"/>
            <a:ext cx="11130025" cy="536898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+ Vite Setup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Modern and fast frontend development environment.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&amp; Registration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User authentication interface for secure account access.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a centralized overview of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LifeSphere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features and activities.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Displays and manages basic user information.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Settings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application preferences and customization options.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Dark/Light Mode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Allows users to switch between different visual themes.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Documents Interface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an easy-to-use interface for managing personal documents.</a:t>
            </a:r>
          </a:p>
        </p:txBody>
      </p:sp>
    </p:spTree>
    <p:extLst>
      <p:ext uri="{BB962C8B-B14F-4D97-AF65-F5344CB8AC3E}">
        <p14:creationId xmlns:p14="http://schemas.microsoft.com/office/powerpoint/2010/main" val="2344251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3B731-CC55-1B42-11A9-E5EB90294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6A7079-F64A-AB3A-5C2E-C9E08ECC60FB}"/>
              </a:ext>
            </a:extLst>
          </p:cNvPr>
          <p:cNvSpPr txBox="1"/>
          <p:nvPr/>
        </p:nvSpPr>
        <p:spPr>
          <a:xfrm>
            <a:off x="2207469" y="126343"/>
            <a:ext cx="72340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Progress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D27567-6CFA-831F-6F0B-898996319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2AF987F-FB4A-D122-FC27-D1E7790FA8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3929" y="899017"/>
            <a:ext cx="11620981" cy="5958983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Boot Setup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the REST API and core backend services.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Integration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Stores user and application data securely.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Management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Handles user registration and account information.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APIs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Supports secure registration and login operations.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Password Hashing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Protects user passwords using secure hashing.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 Authentication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Maintains secure user sessions through tokens.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Protected APIs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Restricts sensitive operations to authenticated users.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Profile API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Retrieves information of the currently logged-in user.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APIs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Handles document upload, retrieval, download, and deletion.</a:t>
            </a:r>
          </a:p>
        </p:txBody>
      </p:sp>
    </p:spTree>
    <p:extLst>
      <p:ext uri="{BB962C8B-B14F-4D97-AF65-F5344CB8AC3E}">
        <p14:creationId xmlns:p14="http://schemas.microsoft.com/office/powerpoint/2010/main" val="435578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559D8-A550-B596-ED3C-1975F4E32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14CE4E-E87E-A884-275E-A65644B21549}"/>
              </a:ext>
            </a:extLst>
          </p:cNvPr>
          <p:cNvSpPr txBox="1"/>
          <p:nvPr/>
        </p:nvSpPr>
        <p:spPr>
          <a:xfrm>
            <a:off x="2163967" y="134369"/>
            <a:ext cx="72340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Progress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5A60E5-A63D-95C5-59AB-72F4F5A13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175F5C8-A45F-EE4D-CA7E-5109664B5DB9}"/>
              </a:ext>
            </a:extLst>
          </p:cNvPr>
          <p:cNvSpPr txBox="1"/>
          <p:nvPr/>
        </p:nvSpPr>
        <p:spPr>
          <a:xfrm>
            <a:off x="879677" y="914914"/>
            <a:ext cx="11493660" cy="5028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Document Management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Allows users to securely upload supported documents.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Documents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Displays documents belonging to the logged-in user.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Allows users to retrieve their stored documents.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Removes unwanted documents from the system.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User-Specific Access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Ensures users can access only their own documents.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AI Service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⏳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AI Service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Separate AI layer developed using Flask.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⏳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Integration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Connected with Spring Boot for AI request processing.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⏳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Model Integration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Integration with a real language model is in progress.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⏳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Intelligence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Planned to enable AI-based understanding of uploaded documents.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⏳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&amp; Custom AI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Planned for document-aware responses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LifeSphere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-specific AI capabilities.</a:t>
            </a:r>
          </a:p>
        </p:txBody>
      </p:sp>
    </p:spTree>
    <p:extLst>
      <p:ext uri="{BB962C8B-B14F-4D97-AF65-F5344CB8AC3E}">
        <p14:creationId xmlns:p14="http://schemas.microsoft.com/office/powerpoint/2010/main" val="3873821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7416E-7D20-C370-4387-C130138B6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86CAD58-6D5E-05CD-B6EC-BF020EF7538B}"/>
              </a:ext>
            </a:extLst>
          </p:cNvPr>
          <p:cNvSpPr txBox="1"/>
          <p:nvPr/>
        </p:nvSpPr>
        <p:spPr>
          <a:xfrm>
            <a:off x="2397329" y="0"/>
            <a:ext cx="72340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Module Screenshots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A92FEA-98D8-53F1-A883-432B97B77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CF684CF-93DE-57AF-9F8C-EFE644032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593" y="919034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Screenshot 1:Dashboard</a:t>
            </a:r>
            <a:endParaRPr lang="en-IN" sz="2400" dirty="0"/>
          </a:p>
          <a:p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8AB5E2-4B75-7EE6-E4ED-C608C1C9EC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058" y="1485330"/>
            <a:ext cx="10166555" cy="485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793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767B4-7DAA-6BFA-7C6B-A6BB46542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A2E5765-5901-8D27-3DAF-60383EAE047E}"/>
              </a:ext>
            </a:extLst>
          </p:cNvPr>
          <p:cNvSpPr txBox="1"/>
          <p:nvPr/>
        </p:nvSpPr>
        <p:spPr>
          <a:xfrm>
            <a:off x="2363040" y="63406"/>
            <a:ext cx="72340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Module Screenshots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E909B0-16FF-418C-1B88-46405C369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0C269BE-8D7D-FD0D-86B1-A7321A583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247" y="103702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Screenshot 2:Documents</a:t>
            </a:r>
            <a:endParaRPr lang="en-IN" sz="2400" dirty="0"/>
          </a:p>
          <a:p>
            <a:endParaRPr lang="en-IN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26ABF1-0B26-A354-2EAE-739269683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598" y="1691589"/>
            <a:ext cx="9473383" cy="4764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9252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98A52-A219-86F4-D771-5469E251C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185134-6E57-4A42-9F2D-1500720C5E38}"/>
              </a:ext>
            </a:extLst>
          </p:cNvPr>
          <p:cNvSpPr txBox="1"/>
          <p:nvPr/>
        </p:nvSpPr>
        <p:spPr>
          <a:xfrm>
            <a:off x="2444579" y="25879"/>
            <a:ext cx="72340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Module Screenshots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433BBF-CF91-1E21-9104-9AFE50481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DFB1C4A-7986-757C-22B9-8DFC62EA1A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193" y="82566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Screenshot 3:Profile / Settings</a:t>
            </a:r>
            <a:endParaRPr lang="en-IN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88A584-770C-C473-6762-DA29F83F9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857" y="1368483"/>
            <a:ext cx="10019850" cy="4663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4735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1733D-F76D-86FE-FCF8-327DC0987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E2E8541-D077-5A8E-6587-4221B4B44A2A}"/>
              </a:ext>
            </a:extLst>
          </p:cNvPr>
          <p:cNvSpPr txBox="1"/>
          <p:nvPr/>
        </p:nvSpPr>
        <p:spPr>
          <a:xfrm>
            <a:off x="2244617" y="64583"/>
            <a:ext cx="72340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Module Screenshots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E9250B-8FA7-A31C-A1FF-7B8E98C79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1A7CDD8-66A2-D779-4A32-1F8AFD02F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6853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Screenshot 4:Profile / Settings</a:t>
            </a:r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C9F4D1-3E82-04A7-7CE6-460D25253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151" y="1650474"/>
            <a:ext cx="9521697" cy="4819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2370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033AD-CD57-1A05-80FF-A94FF1E2D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6C561B6-D120-040B-1229-39C57D0E12A6}"/>
              </a:ext>
            </a:extLst>
          </p:cNvPr>
          <p:cNvSpPr txBox="1"/>
          <p:nvPr/>
        </p:nvSpPr>
        <p:spPr>
          <a:xfrm>
            <a:off x="2478993" y="55391"/>
            <a:ext cx="72340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91839D-CDE6-6730-B8A9-128E66C40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4325FB-8970-69F4-E679-A1FFEF862822}"/>
              </a:ext>
            </a:extLst>
          </p:cNvPr>
          <p:cNvSpPr txBox="1"/>
          <p:nvPr/>
        </p:nvSpPr>
        <p:spPr>
          <a:xfrm>
            <a:off x="650111" y="710814"/>
            <a:ext cx="11285317" cy="5443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lnSpc>
                <a:spcPct val="150000"/>
              </a:lnSpc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LifeSphere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has successfully established the core foundation of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and personalized life-management platform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major application modules have been implemented and integrated, providing a strong foundation for future intelligent features.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 Working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New users can create their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LifeSphere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accounts.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Authenticated users can securely access the application.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 Authentication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Token-based authentication protects user sessions and APIs.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Dashboard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a centralized view of the user's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LifeSphere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activities.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Profile &amp; Settings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Allows users to view profile information and customize preferences.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Management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Users can upload, list, download, and delete their documents.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User-Specific Security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Documents and protected resources are restricted to their respective users.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Reminders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Users can create, view, complete, and delete personal reminders.</a:t>
            </a:r>
          </a:p>
        </p:txBody>
      </p:sp>
    </p:spTree>
    <p:extLst>
      <p:ext uri="{BB962C8B-B14F-4D97-AF65-F5344CB8AC3E}">
        <p14:creationId xmlns:p14="http://schemas.microsoft.com/office/powerpoint/2010/main" val="1356083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9DAA2-FE82-5681-8F33-22C0F3FCE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CEBFD2F-272B-478A-6E7D-E517384D9C7E}"/>
              </a:ext>
            </a:extLst>
          </p:cNvPr>
          <p:cNvSpPr txBox="1"/>
          <p:nvPr/>
        </p:nvSpPr>
        <p:spPr>
          <a:xfrm>
            <a:off x="2478992" y="822"/>
            <a:ext cx="72340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130B92-0FBB-00BD-C0C5-35E9D1140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6EDDD2-C94C-1529-3EDF-09117702A184}"/>
              </a:ext>
            </a:extLst>
          </p:cNvPr>
          <p:cNvSpPr txBox="1"/>
          <p:nvPr/>
        </p:nvSpPr>
        <p:spPr>
          <a:xfrm>
            <a:off x="948199" y="622550"/>
            <a:ext cx="11285317" cy="4849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🤖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Assistant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personal assistance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Natural-language interaction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a real AI model 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📄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Documents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document understanding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Document-based question answering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RAG-based information retrieval 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🧠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AI Model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LifeSphere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-specific AI customization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Fine-tuning of an open-source model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AI responses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9F68EF-9B4D-4E2F-37CA-E5557125049C}"/>
              </a:ext>
            </a:extLst>
          </p:cNvPr>
          <p:cNvSpPr txBox="1"/>
          <p:nvPr/>
        </p:nvSpPr>
        <p:spPr>
          <a:xfrm>
            <a:off x="6590858" y="681877"/>
            <a:ext cx="6094070" cy="4849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🚨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Access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emergency information sharing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Controlled access to important information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🔐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Security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access control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privacy and security mechanisms </a:t>
            </a:r>
          </a:p>
          <a:p>
            <a:pPr>
              <a:lnSpc>
                <a:spcPct val="150000"/>
              </a:lnSpc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☁️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containerization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deployment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backend and AI services </a:t>
            </a:r>
          </a:p>
          <a:p>
            <a:pPr>
              <a:lnSpc>
                <a:spcPct val="150000"/>
              </a:lnSpc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📱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Mobile-friendly improvements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mobile application support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8E2C76-D908-B961-B3FD-993B6ADEEFED}"/>
              </a:ext>
            </a:extLst>
          </p:cNvPr>
          <p:cNvSpPr txBox="1"/>
          <p:nvPr/>
        </p:nvSpPr>
        <p:spPr>
          <a:xfrm>
            <a:off x="586450" y="5531281"/>
            <a:ext cx="1101909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Statement:</a:t>
            </a:r>
          </a:p>
          <a:p>
            <a:pPr>
              <a:buNone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LifeSphere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currently provides a functional foundation for personal information and task management, with AI-powered intelligence and advanced features planned as the next phase of development.</a:t>
            </a:r>
          </a:p>
        </p:txBody>
      </p:sp>
    </p:spTree>
    <p:extLst>
      <p:ext uri="{BB962C8B-B14F-4D97-AF65-F5344CB8AC3E}">
        <p14:creationId xmlns:p14="http://schemas.microsoft.com/office/powerpoint/2010/main" val="1672699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040adea-6839-447d-bd0d-6d532fe2a03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2519431157564F9201AF4BC2FEACD3" ma:contentTypeVersion="6" ma:contentTypeDescription="Create a new document." ma:contentTypeScope="" ma:versionID="fb7b1ece9498da3150e5871c0855b2b7">
  <xsd:schema xmlns:xsd="http://www.w3.org/2001/XMLSchema" xmlns:xs="http://www.w3.org/2001/XMLSchema" xmlns:p="http://schemas.microsoft.com/office/2006/metadata/properties" xmlns:ns3="2040adea-6839-447d-bd0d-6d532fe2a037" targetNamespace="http://schemas.microsoft.com/office/2006/metadata/properties" ma:root="true" ma:fieldsID="a9edf4f9b738983b35ebc29f217a8847" ns3:_="">
    <xsd:import namespace="2040adea-6839-447d-bd0d-6d532fe2a03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40adea-6839-447d-bd0d-6d532fe2a03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1764D97-003D-4C7D-86D8-F508648CAAB6}">
  <ds:schemaRefs>
    <ds:schemaRef ds:uri="http://schemas.microsoft.com/office/2006/documentManagement/types"/>
    <ds:schemaRef ds:uri="http://purl.org/dc/elements/1.1/"/>
    <ds:schemaRef ds:uri="2040adea-6839-447d-bd0d-6d532fe2a037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841CC38C-1748-4CC3-974C-52B7C49A025F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2040adea-6839-447d-bd0d-6d532fe2a037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D2CE253-7313-486B-BCAE-76D243537E3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1392</Words>
  <Application>Microsoft Office PowerPoint</Application>
  <PresentationFormat>Widescreen</PresentationFormat>
  <Paragraphs>206</Paragraphs>
  <Slides>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srikanth ch</dc:creator>
  <cp:lastModifiedBy>PARVATHA REDDY SATWIKA REDDY 2420030172</cp:lastModifiedBy>
  <cp:revision>37</cp:revision>
  <dcterms:created xsi:type="dcterms:W3CDTF">2026-08-08T06:33:56Z</dcterms:created>
  <dcterms:modified xsi:type="dcterms:W3CDTF">2026-09-30T08:16:15Z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0x010100A12519431157564F9201AF4BC2FEACD3</vt:lpwstr>
  </property>
</Properties>
</file>